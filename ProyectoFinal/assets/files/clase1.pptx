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78" r:id="rId5"/>
    <p:sldId id="285" r:id="rId6"/>
    <p:sldId id="279" r:id="rId7"/>
    <p:sldId id="271" r:id="rId8"/>
    <p:sldId id="276" r:id="rId9"/>
    <p:sldId id="281" r:id="rId10"/>
    <p:sldId id="272" r:id="rId11"/>
    <p:sldId id="273" r:id="rId12"/>
    <p:sldId id="284" r:id="rId13"/>
    <p:sldId id="282" r:id="rId14"/>
    <p:sldId id="257" r:id="rId15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A6A6A6"/>
    <a:srgbClr val="595959"/>
    <a:srgbClr val="FFFF00"/>
    <a:srgbClr val="586EA6"/>
    <a:srgbClr val="81BCC7"/>
    <a:srgbClr val="80BBCA"/>
    <a:srgbClr val="92BECA"/>
    <a:srgbClr val="90BB23"/>
    <a:srgbClr val="40BA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0A15C55-8517-42AA-B614-E9B94910E393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03" autoAdjust="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17BB10FF-3487-4D75-9F0A-37F95EEF81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posición de fecha 2">
            <a:extLst>
              <a:ext uri="{FF2B5EF4-FFF2-40B4-BE49-F238E27FC236}">
                <a16:creationId xmlns:a16="http://schemas.microsoft.com/office/drawing/2014/main" id="{CF0D1C75-10D4-4C01-8713-DBB7A4ABB3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185E57C-E5D8-41FF-9AEC-8CB083DAB69E}" type="datetime1">
              <a:rPr lang="es-ES" smtClean="0"/>
              <a:t>06/07/2026</a:t>
            </a:fld>
            <a:endParaRPr lang="es-ES" dirty="0"/>
          </a:p>
        </p:txBody>
      </p:sp>
      <p:sp>
        <p:nvSpPr>
          <p:cNvPr id="4" name="Marcador de posición de pie de página 3">
            <a:extLst>
              <a:ext uri="{FF2B5EF4-FFF2-40B4-BE49-F238E27FC236}">
                <a16:creationId xmlns:a16="http://schemas.microsoft.com/office/drawing/2014/main" id="{253B5DB0-980C-4E71-A6A3-6065A6DA12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26A35612-DEEC-4B08-970A-79860CCECA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7D51804-3518-4E35-B24F-7663031B62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7362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748E50-7AAB-4380-BE1E-64E26A2BEBE8}" type="datetime1">
              <a:rPr lang="es-ES" smtClean="0"/>
              <a:pPr/>
              <a:t>06/07/2026</a:t>
            </a:fld>
            <a:endParaRPr lang="es-ES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2DF6859-042C-4B80-873A-544528B0ADA9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42822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2DF6859-042C-4B80-873A-544528B0ADA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1942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2DF6859-042C-4B80-873A-544528B0ADA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0239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2DF6859-042C-4B80-873A-544528B0ADA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7088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2DF6859-042C-4B80-873A-544528B0ADA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5638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2DF6859-042C-4B80-873A-544528B0ADA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7574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2DF6859-042C-4B80-873A-544528B0ADA9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87396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2DF6859-042C-4B80-873A-544528B0ADA9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59658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2DF6859-042C-4B80-873A-544528B0ADA9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65598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2DF6859-042C-4B80-873A-544528B0ADA9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8776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gradFill>
          <a:gsLst>
            <a:gs pos="0">
              <a:schemeClr val="bg1">
                <a:lumMod val="75000"/>
              </a:schemeClr>
            </a:gs>
            <a:gs pos="28000">
              <a:schemeClr val="tx1">
                <a:lumMod val="50000"/>
                <a:lumOff val="50000"/>
              </a:schemeClr>
            </a:gs>
            <a:gs pos="98000">
              <a:schemeClr val="tx1">
                <a:lumMod val="75000"/>
                <a:lumOff val="2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33EA8470-A4B0-4D85-98ED-0A822041BAB0}"/>
              </a:ext>
            </a:extLst>
          </p:cNvPr>
          <p:cNvSpPr/>
          <p:nvPr userDrawn="1"/>
        </p:nvSpPr>
        <p:spPr>
          <a:xfrm>
            <a:off x="3289874" y="4668819"/>
            <a:ext cx="8902126" cy="14271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rtl="0"/>
            <a:endParaRPr lang="es-ES" sz="100" noProof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A180598-73E8-41A4-A29B-4E29C2791D7E}"/>
              </a:ext>
            </a:extLst>
          </p:cNvPr>
          <p:cNvSpPr/>
          <p:nvPr userDrawn="1"/>
        </p:nvSpPr>
        <p:spPr>
          <a:xfrm>
            <a:off x="3289874" y="761997"/>
            <a:ext cx="8902126" cy="38322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4C24467-2B73-4438-AD75-4AE0A86FA910}"/>
              </a:ext>
            </a:extLst>
          </p:cNvPr>
          <p:cNvSpPr/>
          <p:nvPr userDrawn="1"/>
        </p:nvSpPr>
        <p:spPr>
          <a:xfrm>
            <a:off x="0" y="761998"/>
            <a:ext cx="3200400" cy="5334001"/>
          </a:xfrm>
          <a:prstGeom prst="rect">
            <a:avLst/>
          </a:prstGeom>
          <a:solidFill>
            <a:schemeClr val="tx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722622" y="1298448"/>
            <a:ext cx="7187529" cy="2922551"/>
          </a:xfrm>
        </p:spPr>
        <p:txBody>
          <a:bodyPr rtlCol="0" anchor="b">
            <a:normAutofit/>
          </a:bodyPr>
          <a:lstStyle>
            <a:lvl1pPr algn="l">
              <a:defRPr sz="5900" spc="-10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722622" y="4876090"/>
            <a:ext cx="7187529" cy="914400"/>
          </a:xfrm>
        </p:spPr>
        <p:txBody>
          <a:bodyPr rtlCol="0" anchor="ctr" anchorCtr="0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2908D29-6EAD-42D1-B8EC-361D2E9DDD87}" type="datetime1">
              <a:rPr lang="es-ES" noProof="0" smtClean="0"/>
              <a:t>06/07/2026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  <a:p>
            <a:pPr rtl="0"/>
            <a:r>
              <a:rPr lang="es-ES" noProof="0"/>
              <a:t> Agregar un pie de página 	</a:t>
            </a:r>
          </a:p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F5601C1-348E-4149-A60A-012B14EBE97F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7199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8" name="Rectángulo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chemeClr val="tx1">
              <a:lumMod val="65000"/>
              <a:alpha val="4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rtlCol="0" anchor="b">
            <a:normAutofit/>
          </a:bodyPr>
          <a:lstStyle>
            <a:lvl1pPr algn="l">
              <a:defRPr sz="5900" spc="-10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BEB2E6C-58D3-4311-8BE4-676BB5FF7C54}" type="datetime1">
              <a:rPr lang="es-ES" noProof="0" smtClean="0"/>
              <a:t>06/07/2026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  <a:p>
            <a:pPr rtl="0"/>
            <a:r>
              <a:rPr lang="es-ES" noProof="0"/>
              <a:t> Agregar un pie de página 	</a:t>
            </a:r>
          </a:p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F5601C1-348E-4149-A60A-012B14EBE97F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96248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8B40D05C-B196-4463-8AF0-FECF8B476CA5}"/>
              </a:ext>
            </a:extLst>
          </p:cNvPr>
          <p:cNvSpPr/>
          <p:nvPr userDrawn="1"/>
        </p:nvSpPr>
        <p:spPr>
          <a:xfrm>
            <a:off x="3705041" y="763792"/>
            <a:ext cx="7857285" cy="5335255"/>
          </a:xfrm>
          <a:prstGeom prst="rect">
            <a:avLst/>
          </a:prstGeom>
          <a:solidFill>
            <a:schemeClr val="tx1">
              <a:alpha val="8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6EBED2C-F3CC-43CD-9D5D-53C48DD4A17C}"/>
              </a:ext>
            </a:extLst>
          </p:cNvPr>
          <p:cNvSpPr/>
          <p:nvPr userDrawn="1"/>
        </p:nvSpPr>
        <p:spPr>
          <a:xfrm>
            <a:off x="11815244" y="745000"/>
            <a:ext cx="384668" cy="5344904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rtl="0"/>
            <a:endParaRPr lang="es-ES" sz="100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2988879-231C-4C2A-8B72-7EC0AB5CA21B}"/>
              </a:ext>
            </a:extLst>
          </p:cNvPr>
          <p:cNvSpPr/>
          <p:nvPr userDrawn="1"/>
        </p:nvSpPr>
        <p:spPr>
          <a:xfrm>
            <a:off x="0" y="745000"/>
            <a:ext cx="3430043" cy="533095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2919" y="2043953"/>
            <a:ext cx="2947482" cy="3681067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es-ES" noProof="0"/>
          </a:p>
          <a:p>
            <a:pPr rtl="0"/>
            <a:r>
              <a:rPr lang="es-ES" noProof="0"/>
              <a:t> Agregar un pie de página 	</a:t>
            </a:r>
          </a:p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2F5601C1-348E-4149-A60A-012B14EBE97F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7" name="Marcador de posición de fecha 3">
            <a:extLst>
              <a:ext uri="{FF2B5EF4-FFF2-40B4-BE49-F238E27FC236}">
                <a16:creationId xmlns:a16="http://schemas.microsoft.com/office/drawing/2014/main" id="{3A6C3BCD-F202-467A-ABBA-F38FC29898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4D73D755-E095-432C-9189-FA2EF9200342}" type="datetime1">
              <a:rPr lang="es-ES" noProof="0" smtClean="0"/>
              <a:t>06/07/2026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01603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Top">
    <p:bg bwMode="black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  Agregar un pie de página   </a:t>
            </a: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F5601C1-348E-4149-A60A-012B14EBE97F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52B1BB7-5686-45D5-B55F-9490788630D1}"/>
              </a:ext>
            </a:extLst>
          </p:cNvPr>
          <p:cNvSpPr/>
          <p:nvPr userDrawn="1"/>
        </p:nvSpPr>
        <p:spPr>
          <a:xfrm>
            <a:off x="-1" y="2526525"/>
            <a:ext cx="1170462" cy="3563377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3DCC77D-E83C-469F-89CD-6BA43360ABC8}"/>
              </a:ext>
            </a:extLst>
          </p:cNvPr>
          <p:cNvSpPr/>
          <p:nvPr userDrawn="1"/>
        </p:nvSpPr>
        <p:spPr>
          <a:xfrm>
            <a:off x="0" y="758952"/>
            <a:ext cx="10905976" cy="165937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26324FCD-DB02-475A-A176-06E8E5A51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974" y="868680"/>
            <a:ext cx="8590084" cy="1434906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9177FE1-3E6C-4964-8ECF-7A59B762B0E4}"/>
              </a:ext>
            </a:extLst>
          </p:cNvPr>
          <p:cNvSpPr/>
          <p:nvPr userDrawn="1"/>
        </p:nvSpPr>
        <p:spPr>
          <a:xfrm>
            <a:off x="11014533" y="759506"/>
            <a:ext cx="1170462" cy="1659371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6428E5B-816F-4CA0-B9A7-CB6107D35533}"/>
              </a:ext>
            </a:extLst>
          </p:cNvPr>
          <p:cNvSpPr/>
          <p:nvPr userDrawn="1"/>
        </p:nvSpPr>
        <p:spPr>
          <a:xfrm>
            <a:off x="1287810" y="2526525"/>
            <a:ext cx="10905975" cy="3563377"/>
          </a:xfrm>
          <a:prstGeom prst="rect">
            <a:avLst/>
          </a:prstGeom>
          <a:solidFill>
            <a:schemeClr val="tx1">
              <a:alpha val="8470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6" name="Marcador de posición de texto 2">
            <a:extLst>
              <a:ext uri="{FF2B5EF4-FFF2-40B4-BE49-F238E27FC236}">
                <a16:creationId xmlns:a16="http://schemas.microsoft.com/office/drawing/2014/main" id="{F0772FB0-32ED-4DB8-9F56-587A5BEF3F2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83974" y="2684770"/>
            <a:ext cx="9120216" cy="3304549"/>
          </a:xfrm>
        </p:spPr>
        <p:txBody>
          <a:bodyPr rtlCol="0" anchor="ctr" anchorCtr="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200" cap="none" spc="0" baseline="0">
                <a:solidFill>
                  <a:schemeClr val="bg2"/>
                </a:solidFill>
              </a:defRPr>
            </a:lvl1pPr>
            <a:lvl2pPr marL="742950" indent="-285750"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2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2"/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23" name="Marcador de posición de fecha 3">
            <a:extLst>
              <a:ext uri="{FF2B5EF4-FFF2-40B4-BE49-F238E27FC236}">
                <a16:creationId xmlns:a16="http://schemas.microsoft.com/office/drawing/2014/main" id="{4BB7DCFF-990A-4D13-AADC-AD1B3BABD3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 rtlCol="0"/>
          <a:lstStyle/>
          <a:p>
            <a:pPr rtl="0"/>
            <a:fld id="{C3CCDF6E-D88D-4CF2-AB7D-64599B41E83E}" type="datetime1">
              <a:rPr lang="es-ES" noProof="0" smtClean="0"/>
              <a:t>06/07/2026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16194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y contenido de la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590D47E-B3B8-440E-9F42-8E8BF157EBFB}"/>
              </a:ext>
            </a:extLst>
          </p:cNvPr>
          <p:cNvSpPr/>
          <p:nvPr userDrawn="1"/>
        </p:nvSpPr>
        <p:spPr>
          <a:xfrm>
            <a:off x="8722615" y="761103"/>
            <a:ext cx="3469385" cy="533579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983566" y="2345167"/>
            <a:ext cx="2947482" cy="337635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1F71A73-3F86-47BC-8F23-CF55E86418C3}"/>
              </a:ext>
            </a:extLst>
          </p:cNvPr>
          <p:cNvSpPr/>
          <p:nvPr userDrawn="1"/>
        </p:nvSpPr>
        <p:spPr>
          <a:xfrm>
            <a:off x="573233" y="761103"/>
            <a:ext cx="8065158" cy="5335793"/>
          </a:xfrm>
          <a:prstGeom prst="rect">
            <a:avLst/>
          </a:prstGeom>
          <a:solidFill>
            <a:schemeClr val="tx1">
              <a:alpha val="85098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>
          <a:xfrm>
            <a:off x="951134" y="860611"/>
            <a:ext cx="7315200" cy="5120640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es-ES" noProof="0"/>
          </a:p>
          <a:p>
            <a:pPr rtl="0"/>
            <a:r>
              <a:rPr lang="es-ES" noProof="0"/>
              <a:t> Agregar un pie de página 	</a:t>
            </a:r>
          </a:p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2F5601C1-348E-4149-A60A-012B14EBE97F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7" name="Marcador de posición de fecha 3">
            <a:extLst>
              <a:ext uri="{FF2B5EF4-FFF2-40B4-BE49-F238E27FC236}">
                <a16:creationId xmlns:a16="http://schemas.microsoft.com/office/drawing/2014/main" id="{3A6C3BCD-F202-467A-ABBA-F38FC29898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6CB0EDD6-254C-4FCA-BC86-97C59DC51816}" type="datetime1">
              <a:rPr lang="es-ES" noProof="0" smtClean="0"/>
              <a:t>06/07/2026</a:t>
            </a:fld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5CA5BF5-DE7F-4460-817D-AE1BAC336C92}"/>
              </a:ext>
            </a:extLst>
          </p:cNvPr>
          <p:cNvSpPr/>
          <p:nvPr userDrawn="1"/>
        </p:nvSpPr>
        <p:spPr>
          <a:xfrm>
            <a:off x="1" y="753035"/>
            <a:ext cx="494852" cy="5335793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17335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la izquierda y 4 cuadros de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8B40D05C-B196-4463-8AF0-FECF8B476CA5}"/>
              </a:ext>
            </a:extLst>
          </p:cNvPr>
          <p:cNvSpPr/>
          <p:nvPr userDrawn="1"/>
        </p:nvSpPr>
        <p:spPr>
          <a:xfrm>
            <a:off x="3705041" y="763792"/>
            <a:ext cx="7857285" cy="5335255"/>
          </a:xfrm>
          <a:prstGeom prst="rect">
            <a:avLst/>
          </a:prstGeom>
          <a:solidFill>
            <a:schemeClr val="tx1">
              <a:alpha val="8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6EBED2C-F3CC-43CD-9D5D-53C48DD4A17C}"/>
              </a:ext>
            </a:extLst>
          </p:cNvPr>
          <p:cNvSpPr/>
          <p:nvPr userDrawn="1"/>
        </p:nvSpPr>
        <p:spPr>
          <a:xfrm>
            <a:off x="11804486" y="745000"/>
            <a:ext cx="384668" cy="5344904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rtl="0"/>
            <a:endParaRPr lang="es-ES" sz="100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2988879-231C-4C2A-8B72-7EC0AB5CA21B}"/>
              </a:ext>
            </a:extLst>
          </p:cNvPr>
          <p:cNvSpPr/>
          <p:nvPr userDrawn="1"/>
        </p:nvSpPr>
        <p:spPr>
          <a:xfrm>
            <a:off x="0" y="745000"/>
            <a:ext cx="3430043" cy="533095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2919" y="2043953"/>
            <a:ext cx="2947482" cy="3681067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>
          <a:xfrm>
            <a:off x="3869268" y="864108"/>
            <a:ext cx="3618054" cy="2449247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es-ES" noProof="0"/>
          </a:p>
          <a:p>
            <a:pPr rtl="0"/>
            <a:r>
              <a:rPr lang="es-ES" noProof="0"/>
              <a:t> Agregar un pie de página 	</a:t>
            </a:r>
          </a:p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2F5601C1-348E-4149-A60A-012B14EBE97F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7" name="Marcador de posición de fecha 3">
            <a:extLst>
              <a:ext uri="{FF2B5EF4-FFF2-40B4-BE49-F238E27FC236}">
                <a16:creationId xmlns:a16="http://schemas.microsoft.com/office/drawing/2014/main" id="{3A6C3BCD-F202-467A-ABBA-F38FC29898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8893FCE5-3978-4999-B74A-1E7D7F14CCA6}" type="datetime1">
              <a:rPr lang="es-ES" noProof="0" smtClean="0"/>
              <a:t>06/07/2026</a:t>
            </a:fld>
            <a:endParaRPr lang="es-ES" noProof="0"/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671F6AA6-44A2-4F03-9FFE-66D0E2F0C92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740240" y="864108"/>
            <a:ext cx="3618054" cy="2449247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3" name="Marcador de posición de contenido 2">
            <a:extLst>
              <a:ext uri="{FF2B5EF4-FFF2-40B4-BE49-F238E27FC236}">
                <a16:creationId xmlns:a16="http://schemas.microsoft.com/office/drawing/2014/main" id="{81AAA51A-AC54-4EAF-98E6-2A338021A4D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869268" y="3481577"/>
            <a:ext cx="3618054" cy="2449247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7525DB2A-A40E-4DE5-8DA6-5FB847C0F0D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7740240" y="3481577"/>
            <a:ext cx="3618054" cy="2449247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240386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s_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  Agregar un pie de página   </a:t>
            </a: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F5601C1-348E-4149-A60A-012B14EBE97F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5CCA687-AB7D-4035-849A-4D9F7C0401C1}"/>
              </a:ext>
            </a:extLst>
          </p:cNvPr>
          <p:cNvSpPr/>
          <p:nvPr userDrawn="1"/>
        </p:nvSpPr>
        <p:spPr>
          <a:xfrm>
            <a:off x="-1" y="2526525"/>
            <a:ext cx="3068514" cy="35633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5B57C12-8635-490F-AC5E-880EE5EFB9F2}"/>
              </a:ext>
            </a:extLst>
          </p:cNvPr>
          <p:cNvSpPr/>
          <p:nvPr userDrawn="1"/>
        </p:nvSpPr>
        <p:spPr>
          <a:xfrm>
            <a:off x="3200401" y="2526525"/>
            <a:ext cx="8481645" cy="3563377"/>
          </a:xfrm>
          <a:prstGeom prst="rect">
            <a:avLst/>
          </a:prstGeom>
          <a:solidFill>
            <a:schemeClr val="tx1">
              <a:alpha val="8470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BF4D011-4812-426A-AF72-052AC843FFB5}"/>
              </a:ext>
            </a:extLst>
          </p:cNvPr>
          <p:cNvSpPr/>
          <p:nvPr userDrawn="1"/>
        </p:nvSpPr>
        <p:spPr>
          <a:xfrm>
            <a:off x="0" y="758952"/>
            <a:ext cx="3068515" cy="1659371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5933F083-BCA0-42F4-BB66-81AD5A4DA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954" y="2637691"/>
            <a:ext cx="2431210" cy="334705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40193E2-84B1-4994-8F97-4A2EBCE6D1A5}"/>
              </a:ext>
            </a:extLst>
          </p:cNvPr>
          <p:cNvSpPr/>
          <p:nvPr userDrawn="1"/>
        </p:nvSpPr>
        <p:spPr>
          <a:xfrm>
            <a:off x="11815866" y="2526524"/>
            <a:ext cx="376134" cy="3567951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A3569071-305C-4C40-87F4-0EE8553B66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7275" y="2638425"/>
            <a:ext cx="8091488" cy="3346450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7" name="Marcador de posición de fecha 3">
            <a:extLst>
              <a:ext uri="{FF2B5EF4-FFF2-40B4-BE49-F238E27FC236}">
                <a16:creationId xmlns:a16="http://schemas.microsoft.com/office/drawing/2014/main" id="{C8501626-512F-4A26-9857-5FC55FC399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 rtlCol="0"/>
          <a:lstStyle/>
          <a:p>
            <a:pPr rtl="0"/>
            <a:fld id="{70AC07D4-F59D-4ABB-871D-0B8F6C658342}" type="datetime1">
              <a:rPr lang="es-ES" noProof="0" smtClean="0"/>
              <a:t>06/07/2026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09546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os y título de la derech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  Agregar un pie de página   </a:t>
            </a: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F5601C1-348E-4149-A60A-012B14EBE97F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5B57C12-8635-490F-AC5E-880EE5EFB9F2}"/>
              </a:ext>
            </a:extLst>
          </p:cNvPr>
          <p:cNvSpPr/>
          <p:nvPr userDrawn="1"/>
        </p:nvSpPr>
        <p:spPr>
          <a:xfrm>
            <a:off x="527125" y="2524913"/>
            <a:ext cx="8481645" cy="3563377"/>
          </a:xfrm>
          <a:prstGeom prst="rect">
            <a:avLst/>
          </a:prstGeom>
          <a:solidFill>
            <a:schemeClr val="tx1">
              <a:alpha val="8470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5CCA687-AB7D-4035-849A-4D9F7C0401C1}"/>
              </a:ext>
            </a:extLst>
          </p:cNvPr>
          <p:cNvSpPr/>
          <p:nvPr userDrawn="1"/>
        </p:nvSpPr>
        <p:spPr>
          <a:xfrm>
            <a:off x="9118064" y="2524912"/>
            <a:ext cx="3068514" cy="35633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BF4D011-4812-426A-AF72-052AC843FFB5}"/>
              </a:ext>
            </a:extLst>
          </p:cNvPr>
          <p:cNvSpPr/>
          <p:nvPr userDrawn="1"/>
        </p:nvSpPr>
        <p:spPr>
          <a:xfrm>
            <a:off x="9118063" y="765851"/>
            <a:ext cx="3068515" cy="1659371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5933F083-BCA0-42F4-BB66-81AD5A4DA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5958" y="2641544"/>
            <a:ext cx="2431210" cy="334705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40193E2-84B1-4994-8F97-4A2EBCE6D1A5}"/>
              </a:ext>
            </a:extLst>
          </p:cNvPr>
          <p:cNvSpPr/>
          <p:nvPr userDrawn="1"/>
        </p:nvSpPr>
        <p:spPr>
          <a:xfrm>
            <a:off x="15348" y="2531097"/>
            <a:ext cx="376134" cy="3567951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A3569071-305C-4C40-87F4-0EE8553B66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2203" y="2633375"/>
            <a:ext cx="8091488" cy="3346450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7" name="Marcador de posición de fecha 3">
            <a:extLst>
              <a:ext uri="{FF2B5EF4-FFF2-40B4-BE49-F238E27FC236}">
                <a16:creationId xmlns:a16="http://schemas.microsoft.com/office/drawing/2014/main" id="{C8501626-512F-4A26-9857-5FC55FC399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 rtlCol="0"/>
          <a:lstStyle/>
          <a:p>
            <a:pPr rtl="0"/>
            <a:fld id="{2F4097C5-E4B9-480D-86C3-10749F3966BF}" type="datetime1">
              <a:rPr lang="es-ES" noProof="0" smtClean="0"/>
              <a:t>06/07/2026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660225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de_by_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4FEA5CF-263B-4BE3-8A0F-4F64C91A3E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noFill/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B9B4BDF-0731-43A1-9FA4-B813CCABFFBD}"/>
              </a:ext>
            </a:extLst>
          </p:cNvPr>
          <p:cNvSpPr/>
          <p:nvPr userDrawn="1"/>
        </p:nvSpPr>
        <p:spPr>
          <a:xfrm>
            <a:off x="0" y="2661238"/>
            <a:ext cx="4044464" cy="313131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4E936B2-F67D-47E2-B4EF-BFB09DFAE723}"/>
              </a:ext>
            </a:extLst>
          </p:cNvPr>
          <p:cNvSpPr/>
          <p:nvPr userDrawn="1"/>
        </p:nvSpPr>
        <p:spPr>
          <a:xfrm>
            <a:off x="7746025" y="1065452"/>
            <a:ext cx="4445977" cy="4727095"/>
          </a:xfrm>
          <a:prstGeom prst="rect">
            <a:avLst/>
          </a:prstGeom>
          <a:solidFill>
            <a:schemeClr val="tx1">
              <a:alpha val="8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9D99AE2-0582-4909-A290-DE0718ED189B}"/>
              </a:ext>
            </a:extLst>
          </p:cNvPr>
          <p:cNvSpPr/>
          <p:nvPr userDrawn="1"/>
        </p:nvSpPr>
        <p:spPr>
          <a:xfrm>
            <a:off x="2" y="1065451"/>
            <a:ext cx="4044465" cy="1478849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0F68EA6-727E-4DCD-8AC2-A483CE5A6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476" y="2795380"/>
            <a:ext cx="3369512" cy="2880230"/>
          </a:xfrm>
        </p:spPr>
        <p:txBody>
          <a:bodyPr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sz="3000" noProof="0"/>
              <a:t>Haga clic para modificar el estilo de título del patrón</a:t>
            </a:r>
          </a:p>
        </p:txBody>
      </p:sp>
      <p:sp>
        <p:nvSpPr>
          <p:cNvPr id="13" name="Marcador de posición de contenido 2">
            <a:extLst>
              <a:ext uri="{FF2B5EF4-FFF2-40B4-BE49-F238E27FC236}">
                <a16:creationId xmlns:a16="http://schemas.microsoft.com/office/drawing/2014/main" id="{FC504EF3-1237-4467-9FD5-E0E43C1BAB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929197" y="1206481"/>
            <a:ext cx="4079631" cy="4469129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  Agregar un pie de página   </a:t>
            </a: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F5601C1-348E-4149-A60A-012B14EBE97F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24" name="Marcador de posición de fecha 3">
            <a:extLst>
              <a:ext uri="{FF2B5EF4-FFF2-40B4-BE49-F238E27FC236}">
                <a16:creationId xmlns:a16="http://schemas.microsoft.com/office/drawing/2014/main" id="{668056DE-DA3F-41EF-A93F-C50A4A789D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 rtlCol="0"/>
          <a:lstStyle/>
          <a:p>
            <a:pPr rtl="0"/>
            <a:fld id="{35C1533C-7DBA-40DE-A046-3056C1BCE7F3}" type="datetime1">
              <a:rPr lang="es-ES" noProof="0" smtClean="0"/>
              <a:t>06/07/2026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018146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ación">
    <p:bg bwMode="black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  Agregar un pie de página   </a:t>
            </a: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F5601C1-348E-4149-A60A-012B14EBE97F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52B1BB7-5686-45D5-B55F-9490788630D1}"/>
              </a:ext>
            </a:extLst>
          </p:cNvPr>
          <p:cNvSpPr/>
          <p:nvPr userDrawn="1"/>
        </p:nvSpPr>
        <p:spPr>
          <a:xfrm>
            <a:off x="-1" y="2526525"/>
            <a:ext cx="1630838" cy="3563377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3DCC77D-E83C-469F-89CD-6BA43360ABC8}"/>
              </a:ext>
            </a:extLst>
          </p:cNvPr>
          <p:cNvSpPr/>
          <p:nvPr userDrawn="1"/>
        </p:nvSpPr>
        <p:spPr>
          <a:xfrm>
            <a:off x="0" y="758952"/>
            <a:ext cx="10905976" cy="165937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26324FCD-DB02-475A-A176-06E8E5A51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974" y="868680"/>
            <a:ext cx="8590084" cy="1434906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9177FE1-3E6C-4964-8ECF-7A59B762B0E4}"/>
              </a:ext>
            </a:extLst>
          </p:cNvPr>
          <p:cNvSpPr/>
          <p:nvPr userDrawn="1"/>
        </p:nvSpPr>
        <p:spPr>
          <a:xfrm>
            <a:off x="11014533" y="759506"/>
            <a:ext cx="1170462" cy="1659371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6428E5B-816F-4CA0-B9A7-CB6107D35533}"/>
              </a:ext>
            </a:extLst>
          </p:cNvPr>
          <p:cNvSpPr/>
          <p:nvPr userDrawn="1"/>
        </p:nvSpPr>
        <p:spPr>
          <a:xfrm>
            <a:off x="1630837" y="2526525"/>
            <a:ext cx="10574682" cy="3563377"/>
          </a:xfrm>
          <a:prstGeom prst="rect">
            <a:avLst/>
          </a:prstGeom>
          <a:solidFill>
            <a:schemeClr val="tx1">
              <a:alpha val="8470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3" name="Marcador de posición de fecha 3">
            <a:extLst>
              <a:ext uri="{FF2B5EF4-FFF2-40B4-BE49-F238E27FC236}">
                <a16:creationId xmlns:a16="http://schemas.microsoft.com/office/drawing/2014/main" id="{4BB7DCFF-990A-4D13-AADC-AD1B3BABD3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 rtlCol="0"/>
          <a:lstStyle/>
          <a:p>
            <a:pPr rtl="0"/>
            <a:fld id="{FB104DB4-7569-4DF0-B70F-89FDB3FDC913}" type="datetime1">
              <a:rPr lang="es-ES" noProof="0" smtClean="0"/>
              <a:t>06/07/2026</a:t>
            </a:fld>
            <a:endParaRPr lang="es-ES" noProof="0"/>
          </a:p>
        </p:txBody>
      </p:sp>
      <p:sp>
        <p:nvSpPr>
          <p:cNvPr id="17" name="Marcador de posición de texto 2">
            <a:extLst>
              <a:ext uri="{FF2B5EF4-FFF2-40B4-BE49-F238E27FC236}">
                <a16:creationId xmlns:a16="http://schemas.microsoft.com/office/drawing/2014/main" id="{BD1906FD-7264-467E-8A95-6A1598BBAE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83974" y="2684769"/>
            <a:ext cx="4213601" cy="521833"/>
          </a:xfrm>
        </p:spPr>
        <p:txBody>
          <a:bodyPr rtlCol="0"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19" name="Marcador de posición de texto 4">
            <a:extLst>
              <a:ext uri="{FF2B5EF4-FFF2-40B4-BE49-F238E27FC236}">
                <a16:creationId xmlns:a16="http://schemas.microsoft.com/office/drawing/2014/main" id="{1D9479BE-4889-4C54-8C9E-50648BC02381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684769"/>
            <a:ext cx="4731990" cy="521833"/>
          </a:xfrm>
        </p:spPr>
        <p:txBody>
          <a:bodyPr rtlCol="0"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20" name="Marcador de posición de contenido 5">
            <a:extLst>
              <a:ext uri="{FF2B5EF4-FFF2-40B4-BE49-F238E27FC236}">
                <a16:creationId xmlns:a16="http://schemas.microsoft.com/office/drawing/2014/main" id="{8CBEFBB2-2C32-4339-A0D7-FE21D732939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3225243"/>
            <a:ext cx="4731991" cy="276407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21" name="Marcador de posición de contenido 3">
            <a:extLst>
              <a:ext uri="{FF2B5EF4-FFF2-40B4-BE49-F238E27FC236}">
                <a16:creationId xmlns:a16="http://schemas.microsoft.com/office/drawing/2014/main" id="{9D350AFD-FA04-40B5-BB0C-750B91312F9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783974" y="3225243"/>
            <a:ext cx="4213601" cy="276407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226811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os contenidos">
    <p:bg bwMode="black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  Agregar un pie de página   </a:t>
            </a: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F5601C1-348E-4149-A60A-012B14EBE97F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52B1BB7-5686-45D5-B55F-9490788630D1}"/>
              </a:ext>
            </a:extLst>
          </p:cNvPr>
          <p:cNvSpPr/>
          <p:nvPr userDrawn="1"/>
        </p:nvSpPr>
        <p:spPr>
          <a:xfrm>
            <a:off x="-1" y="2526525"/>
            <a:ext cx="1630838" cy="3563377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3DCC77D-E83C-469F-89CD-6BA43360ABC8}"/>
              </a:ext>
            </a:extLst>
          </p:cNvPr>
          <p:cNvSpPr/>
          <p:nvPr userDrawn="1"/>
        </p:nvSpPr>
        <p:spPr>
          <a:xfrm>
            <a:off x="0" y="758952"/>
            <a:ext cx="10905976" cy="165937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26324FCD-DB02-475A-A176-06E8E5A51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974" y="868680"/>
            <a:ext cx="8590084" cy="1434906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9177FE1-3E6C-4964-8ECF-7A59B762B0E4}"/>
              </a:ext>
            </a:extLst>
          </p:cNvPr>
          <p:cNvSpPr/>
          <p:nvPr userDrawn="1"/>
        </p:nvSpPr>
        <p:spPr>
          <a:xfrm>
            <a:off x="11014533" y="759506"/>
            <a:ext cx="1170462" cy="1659371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6428E5B-816F-4CA0-B9A7-CB6107D35533}"/>
              </a:ext>
            </a:extLst>
          </p:cNvPr>
          <p:cNvSpPr/>
          <p:nvPr userDrawn="1"/>
        </p:nvSpPr>
        <p:spPr>
          <a:xfrm>
            <a:off x="1630837" y="2526525"/>
            <a:ext cx="10574682" cy="3563377"/>
          </a:xfrm>
          <a:prstGeom prst="rect">
            <a:avLst/>
          </a:prstGeom>
          <a:solidFill>
            <a:schemeClr val="tx1">
              <a:alpha val="8470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3" name="Marcador de posición de fecha 3">
            <a:extLst>
              <a:ext uri="{FF2B5EF4-FFF2-40B4-BE49-F238E27FC236}">
                <a16:creationId xmlns:a16="http://schemas.microsoft.com/office/drawing/2014/main" id="{4BB7DCFF-990A-4D13-AADC-AD1B3BABD3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 rtlCol="0"/>
          <a:lstStyle/>
          <a:p>
            <a:pPr rtl="0"/>
            <a:fld id="{ADF62215-A4DE-4E27-BFB3-86F8D117DE8D}" type="datetime1">
              <a:rPr lang="es-ES" noProof="0" smtClean="0"/>
              <a:t>06/07/2026</a:t>
            </a:fld>
            <a:endParaRPr lang="es-ES" noProof="0"/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378439C3-2539-4484-8848-B8140826D7D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783974" y="2684769"/>
            <a:ext cx="4235826" cy="3304549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21" name="Marcador de posición de contenido 3">
            <a:extLst>
              <a:ext uri="{FF2B5EF4-FFF2-40B4-BE49-F238E27FC236}">
                <a16:creationId xmlns:a16="http://schemas.microsoft.com/office/drawing/2014/main" id="{AC8FBFBF-CD25-4076-8A61-06DD30C0489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684768"/>
            <a:ext cx="4731991" cy="3304549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672323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8B40D05C-B196-4463-8AF0-FECF8B476CA5}"/>
              </a:ext>
            </a:extLst>
          </p:cNvPr>
          <p:cNvSpPr/>
          <p:nvPr userDrawn="1"/>
        </p:nvSpPr>
        <p:spPr>
          <a:xfrm>
            <a:off x="3705041" y="763792"/>
            <a:ext cx="7857285" cy="5335255"/>
          </a:xfrm>
          <a:prstGeom prst="rect">
            <a:avLst/>
          </a:prstGeom>
          <a:solidFill>
            <a:schemeClr val="tx1">
              <a:alpha val="8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6EBED2C-F3CC-43CD-9D5D-53C48DD4A17C}"/>
              </a:ext>
            </a:extLst>
          </p:cNvPr>
          <p:cNvSpPr/>
          <p:nvPr userDrawn="1"/>
        </p:nvSpPr>
        <p:spPr>
          <a:xfrm>
            <a:off x="11804486" y="745000"/>
            <a:ext cx="384668" cy="5344904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rtl="0"/>
            <a:endParaRPr lang="es-ES" sz="100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2988879-231C-4C2A-8B72-7EC0AB5CA21B}"/>
              </a:ext>
            </a:extLst>
          </p:cNvPr>
          <p:cNvSpPr/>
          <p:nvPr userDrawn="1"/>
        </p:nvSpPr>
        <p:spPr>
          <a:xfrm>
            <a:off x="0" y="745000"/>
            <a:ext cx="3430043" cy="533095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2919" y="864110"/>
            <a:ext cx="2947482" cy="182253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es-ES" noProof="0"/>
          </a:p>
          <a:p>
            <a:pPr rtl="0"/>
            <a:r>
              <a:rPr lang="es-ES" noProof="0"/>
              <a:t> Agregar un pie de página 	</a:t>
            </a:r>
          </a:p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2F5601C1-348E-4149-A60A-012B14EBE97F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7" name="Marcador de posición de fecha 3">
            <a:extLst>
              <a:ext uri="{FF2B5EF4-FFF2-40B4-BE49-F238E27FC236}">
                <a16:creationId xmlns:a16="http://schemas.microsoft.com/office/drawing/2014/main" id="{3A6C3BCD-F202-467A-ABBA-F38FC29898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4FA841DE-FA8B-4C7F-BBAF-412F55272CAF}" type="datetime1">
              <a:rPr lang="es-ES" noProof="0" smtClean="0"/>
              <a:t>06/07/2026</a:t>
            </a:fld>
            <a:endParaRPr lang="es-ES" noProof="0"/>
          </a:p>
        </p:txBody>
      </p:sp>
      <p:sp>
        <p:nvSpPr>
          <p:cNvPr id="16" name="Marcador de posición de texto 3">
            <a:extLst>
              <a:ext uri="{FF2B5EF4-FFF2-40B4-BE49-F238E27FC236}">
                <a16:creationId xmlns:a16="http://schemas.microsoft.com/office/drawing/2014/main" id="{E54FB1F0-6244-4B59-A42E-7B0515D37C8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252920" y="2686640"/>
            <a:ext cx="2947481" cy="324418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17" name="Marcador de posición de imagen 2">
            <a:extLst>
              <a:ext uri="{FF2B5EF4-FFF2-40B4-BE49-F238E27FC236}">
                <a16:creationId xmlns:a16="http://schemas.microsoft.com/office/drawing/2014/main" id="{52A72E56-7D9E-4CDE-9E60-7770E79CF6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69268" y="864111"/>
            <a:ext cx="7486120" cy="5066714"/>
          </a:xfrm>
        </p:spPr>
        <p:txBody>
          <a:bodyPr rtlCol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7940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ido con leyenda">
    <p:bg bwMode="black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  Agregar un pie de página   </a:t>
            </a: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F5601C1-348E-4149-A60A-012B14EBE97F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52B1BB7-5686-45D5-B55F-9490788630D1}"/>
              </a:ext>
            </a:extLst>
          </p:cNvPr>
          <p:cNvSpPr/>
          <p:nvPr userDrawn="1"/>
        </p:nvSpPr>
        <p:spPr>
          <a:xfrm>
            <a:off x="-1" y="2526525"/>
            <a:ext cx="1630838" cy="3563377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3DCC77D-E83C-469F-89CD-6BA43360ABC8}"/>
              </a:ext>
            </a:extLst>
          </p:cNvPr>
          <p:cNvSpPr/>
          <p:nvPr userDrawn="1"/>
        </p:nvSpPr>
        <p:spPr>
          <a:xfrm>
            <a:off x="0" y="758952"/>
            <a:ext cx="10905976" cy="165937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26324FCD-DB02-475A-A176-06E8E5A51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974" y="868680"/>
            <a:ext cx="8590084" cy="1434906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9177FE1-3E6C-4964-8ECF-7A59B762B0E4}"/>
              </a:ext>
            </a:extLst>
          </p:cNvPr>
          <p:cNvSpPr/>
          <p:nvPr userDrawn="1"/>
        </p:nvSpPr>
        <p:spPr>
          <a:xfrm>
            <a:off x="11014533" y="759506"/>
            <a:ext cx="1170462" cy="1659371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6428E5B-816F-4CA0-B9A7-CB6107D35533}"/>
              </a:ext>
            </a:extLst>
          </p:cNvPr>
          <p:cNvSpPr/>
          <p:nvPr userDrawn="1"/>
        </p:nvSpPr>
        <p:spPr>
          <a:xfrm>
            <a:off x="1630837" y="2526525"/>
            <a:ext cx="10574682" cy="3563377"/>
          </a:xfrm>
          <a:prstGeom prst="rect">
            <a:avLst/>
          </a:prstGeom>
          <a:solidFill>
            <a:schemeClr val="tx1">
              <a:alpha val="8470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3" name="Marcador de posición de fecha 3">
            <a:extLst>
              <a:ext uri="{FF2B5EF4-FFF2-40B4-BE49-F238E27FC236}">
                <a16:creationId xmlns:a16="http://schemas.microsoft.com/office/drawing/2014/main" id="{4BB7DCFF-990A-4D13-AADC-AD1B3BABD3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 rtlCol="0"/>
          <a:lstStyle/>
          <a:p>
            <a:pPr rtl="0"/>
            <a:fld id="{DA465B30-CED1-4F5A-9BC6-6732C5B4CC64}" type="datetime1">
              <a:rPr lang="es-ES" noProof="0" smtClean="0"/>
              <a:t>06/07/2026</a:t>
            </a:fld>
            <a:endParaRPr lang="es-ES" noProof="0"/>
          </a:p>
        </p:txBody>
      </p:sp>
      <p:sp>
        <p:nvSpPr>
          <p:cNvPr id="15" name="Marcador de posición de texto 3">
            <a:extLst>
              <a:ext uri="{FF2B5EF4-FFF2-40B4-BE49-F238E27FC236}">
                <a16:creationId xmlns:a16="http://schemas.microsoft.com/office/drawing/2014/main" id="{465B3165-6F10-4D0F-9BC8-B4C451444D6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262466" y="2684770"/>
            <a:ext cx="1259814" cy="330454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C0EC084C-1181-4416-B55B-179995FCEE9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783974" y="2684770"/>
            <a:ext cx="9120217" cy="3304548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216095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o el título">
    <p:bg bwMode="black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  Agregar un pie de página   </a:t>
            </a: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F5601C1-348E-4149-A60A-012B14EBE97F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52B1BB7-5686-45D5-B55F-9490788630D1}"/>
              </a:ext>
            </a:extLst>
          </p:cNvPr>
          <p:cNvSpPr/>
          <p:nvPr userDrawn="1"/>
        </p:nvSpPr>
        <p:spPr>
          <a:xfrm>
            <a:off x="-1" y="2526525"/>
            <a:ext cx="1170462" cy="3563377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3DCC77D-E83C-469F-89CD-6BA43360ABC8}"/>
              </a:ext>
            </a:extLst>
          </p:cNvPr>
          <p:cNvSpPr/>
          <p:nvPr userDrawn="1"/>
        </p:nvSpPr>
        <p:spPr>
          <a:xfrm>
            <a:off x="0" y="758952"/>
            <a:ext cx="10905976" cy="165937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26324FCD-DB02-475A-A176-06E8E5A51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974" y="868680"/>
            <a:ext cx="8590084" cy="1434906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9177FE1-3E6C-4964-8ECF-7A59B762B0E4}"/>
              </a:ext>
            </a:extLst>
          </p:cNvPr>
          <p:cNvSpPr/>
          <p:nvPr userDrawn="1"/>
        </p:nvSpPr>
        <p:spPr>
          <a:xfrm>
            <a:off x="11014533" y="759506"/>
            <a:ext cx="1170462" cy="1659371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6428E5B-816F-4CA0-B9A7-CB6107D35533}"/>
              </a:ext>
            </a:extLst>
          </p:cNvPr>
          <p:cNvSpPr/>
          <p:nvPr userDrawn="1"/>
        </p:nvSpPr>
        <p:spPr>
          <a:xfrm>
            <a:off x="1287810" y="2526525"/>
            <a:ext cx="10905975" cy="3563377"/>
          </a:xfrm>
          <a:prstGeom prst="rect">
            <a:avLst/>
          </a:prstGeom>
          <a:solidFill>
            <a:schemeClr val="tx1">
              <a:alpha val="8470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3" name="Marcador de posición de fecha 3">
            <a:extLst>
              <a:ext uri="{FF2B5EF4-FFF2-40B4-BE49-F238E27FC236}">
                <a16:creationId xmlns:a16="http://schemas.microsoft.com/office/drawing/2014/main" id="{4BB7DCFF-990A-4D13-AADC-AD1B3BABD3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 rtlCol="0"/>
          <a:lstStyle/>
          <a:p>
            <a:pPr rtl="0"/>
            <a:fld id="{A4591B5E-DFC4-4690-83A0-F8262C624393}" type="datetime1">
              <a:rPr lang="es-ES" noProof="0" smtClean="0"/>
              <a:t>06/07/2026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60072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  Agregar un pie de página   </a:t>
            </a: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F5601C1-348E-4149-A60A-012B14EBE97F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Marcador de posición de fecha 3">
            <a:extLst>
              <a:ext uri="{FF2B5EF4-FFF2-40B4-BE49-F238E27FC236}">
                <a16:creationId xmlns:a16="http://schemas.microsoft.com/office/drawing/2014/main" id="{5AA5E670-4D55-43E7-A5BE-FE9C80961E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 rtlCol="0"/>
          <a:lstStyle/>
          <a:p>
            <a:pPr rtl="0"/>
            <a:fld id="{F0AB7DDC-69B5-4596-B8C4-0977E54627F3}" type="datetime1">
              <a:rPr lang="es-ES" noProof="0" smtClean="0"/>
              <a:t>06/07/2026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21634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/>
                </a:solidFill>
              </a:defRPr>
            </a:lvl1pPr>
          </a:lstStyle>
          <a:p>
            <a:pPr rtl="0"/>
            <a:fld id="{B34DF370-5700-4D4C-BBFF-12446AF40A65}" type="datetime1">
              <a:rPr lang="es-ES" noProof="0" smtClean="0"/>
              <a:t>06/07/2026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/>
                </a:solidFill>
              </a:defRPr>
            </a:lvl1pPr>
          </a:lstStyle>
          <a:p>
            <a:pPr rtl="0"/>
            <a:endParaRPr lang="es-ES" noProof="0"/>
          </a:p>
          <a:p>
            <a:pPr rtl="0"/>
            <a:r>
              <a:rPr lang="es-ES" noProof="0"/>
              <a:t> Agregar un pie de página 	</a:t>
            </a:r>
          </a:p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2"/>
                </a:solidFill>
              </a:defRPr>
            </a:lvl1pPr>
          </a:lstStyle>
          <a:p>
            <a:pPr rtl="0"/>
            <a:fld id="{2F5601C1-348E-4149-A60A-012B14EBE97F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24100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5" r:id="rId2"/>
    <p:sldLayoutId id="2147483662" r:id="rId3"/>
    <p:sldLayoutId id="2147483672" r:id="rId4"/>
    <p:sldLayoutId id="2147483676" r:id="rId5"/>
    <p:sldLayoutId id="2147483677" r:id="rId6"/>
    <p:sldLayoutId id="2147483673" r:id="rId7"/>
    <p:sldLayoutId id="2147483678" r:id="rId8"/>
    <p:sldLayoutId id="2147483674" r:id="rId9"/>
    <p:sldLayoutId id="2147483682" r:id="rId10"/>
    <p:sldLayoutId id="2147483684" r:id="rId11"/>
    <p:sldLayoutId id="2147483680" r:id="rId12"/>
    <p:sldLayoutId id="2147483683" r:id="rId13"/>
    <p:sldLayoutId id="2147483679" r:id="rId14"/>
    <p:sldLayoutId id="2147483667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e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jp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office.com/es-ES/article/edit-your-school-presentation-44445997-6769-4d44-8b30-f9e3050adbfb?ui=es-ES&amp;rs=es-ES&amp;ad=E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 bwMode="blackGray">
      <p:bgPr>
        <a:gradFill flip="none" rotWithShape="1">
          <a:gsLst>
            <a:gs pos="0">
              <a:schemeClr val="tx1">
                <a:lumMod val="50000"/>
              </a:schemeClr>
            </a:gs>
            <a:gs pos="49000">
              <a:schemeClr val="tx1">
                <a:lumMod val="50000"/>
              </a:schemeClr>
            </a:gs>
            <a:gs pos="97000">
              <a:schemeClr val="bg2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 descr="elemento decorativo">
            <a:extLst>
              <a:ext uri="{FF2B5EF4-FFF2-40B4-BE49-F238E27FC236}">
                <a16:creationId xmlns:a16="http://schemas.microsoft.com/office/drawing/2014/main" id="{1C9E9A52-DC4D-4073-B101-9B4108DAA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9874" y="4668819"/>
            <a:ext cx="8902126" cy="14271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rtl="0"/>
            <a:endParaRPr lang="es-ES" sz="100"/>
          </a:p>
        </p:txBody>
      </p:sp>
      <p:sp>
        <p:nvSpPr>
          <p:cNvPr id="13" name="Rectángulo 12" descr="elemento decorativo">
            <a:extLst>
              <a:ext uri="{FF2B5EF4-FFF2-40B4-BE49-F238E27FC236}">
                <a16:creationId xmlns:a16="http://schemas.microsoft.com/office/drawing/2014/main" id="{902B5859-9D6F-46C0-ABF0-023C6B741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9874" y="761997"/>
            <a:ext cx="8902126" cy="38322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rtl="0"/>
            <a:endParaRPr lang="es-ES"/>
          </a:p>
        </p:txBody>
      </p:sp>
      <p:sp>
        <p:nvSpPr>
          <p:cNvPr id="15" name="Rectángulo 14" descr="elemento decorativo">
            <a:extLst>
              <a:ext uri="{FF2B5EF4-FFF2-40B4-BE49-F238E27FC236}">
                <a16:creationId xmlns:a16="http://schemas.microsoft.com/office/drawing/2014/main" id="{6B9AC2C2-8572-458B-92E0-FCFC56DAF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761998"/>
            <a:ext cx="3200400" cy="533400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Y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21E24A-B45F-4E84-817F-A0D105887F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2622" y="1989220"/>
            <a:ext cx="7570689" cy="1838061"/>
          </a:xfrm>
        </p:spPr>
        <p:txBody>
          <a:bodyPr rtlCol="0">
            <a:normAutofit/>
          </a:bodyPr>
          <a:lstStyle/>
          <a:p>
            <a:pPr rtl="0"/>
            <a:r>
              <a:rPr lang="es-ES" dirty="0"/>
              <a:t>Clase de informática aplicada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DCF22D-34B9-4165-8498-9B48279F64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92500" lnSpcReduction="10000"/>
          </a:bodyPr>
          <a:lstStyle/>
          <a:p>
            <a:r>
              <a:rPr lang="es-ES" sz="2800" dirty="0"/>
              <a:t>Silvio Rodríguez</a:t>
            </a:r>
          </a:p>
          <a:p>
            <a:pPr rtl="0"/>
            <a:r>
              <a:rPr lang="es-ES" sz="2800" dirty="0"/>
              <a:t>Lic. en Informática con énfasis en Software </a:t>
            </a:r>
          </a:p>
        </p:txBody>
      </p:sp>
      <p:pic>
        <p:nvPicPr>
          <p:cNvPr id="6" name="Imagen 5" descr="Una pantalla de televisión encendida&#10;&#10;El contenido generado por IA puede ser incorrecto.">
            <a:extLst>
              <a:ext uri="{FF2B5EF4-FFF2-40B4-BE49-F238E27FC236}">
                <a16:creationId xmlns:a16="http://schemas.microsoft.com/office/drawing/2014/main" id="{65F71793-8F10-9120-8395-FAED66779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61219"/>
            <a:ext cx="3289874" cy="383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990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5542827F-F19C-F9AC-9DB8-0A287FA02C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1298448"/>
            <a:ext cx="7315200" cy="914400"/>
          </a:xfrm>
        </p:spPr>
        <p:txBody>
          <a:bodyPr>
            <a:normAutofit/>
          </a:bodyPr>
          <a:lstStyle/>
          <a:p>
            <a:r>
              <a:rPr lang="es-PY" sz="3600" b="1" dirty="0"/>
              <a:t>Objetivos del curso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2074A0-E5AA-3042-98A8-41EED4EFBC8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069848" y="2561734"/>
            <a:ext cx="652294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Y" altLang="es-PY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Aprender a hacer mantenimiento preventivo.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Y" altLang="es-PY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Introducción a la programación web.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Y" altLang="es-PY" sz="1800" dirty="0">
                <a:latin typeface="Arial" panose="020B0604020202020204" pitchFamily="34" charset="0"/>
              </a:rPr>
              <a:t> Introducción  Ofimática</a:t>
            </a:r>
            <a:r>
              <a:rPr kumimoji="0" lang="es-PY" altLang="es-PY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Y" altLang="es-PY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PY" altLang="es-PY" sz="1800" dirty="0">
                <a:latin typeface="Arial" panose="020B0604020202020204" pitchFamily="34" charset="0"/>
              </a:rPr>
              <a:t>Utilización de aplicaciones </a:t>
            </a:r>
            <a:r>
              <a:rPr kumimoji="0" lang="es-PY" altLang="es-PY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en entornos académicos y laborales. </a:t>
            </a:r>
          </a:p>
        </p:txBody>
      </p:sp>
    </p:spTree>
    <p:extLst>
      <p:ext uri="{BB962C8B-B14F-4D97-AF65-F5344CB8AC3E}">
        <p14:creationId xmlns:p14="http://schemas.microsoft.com/office/powerpoint/2010/main" val="209213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n 33" descr="Mi compañero de clase">
            <a:extLst>
              <a:ext uri="{FF2B5EF4-FFF2-40B4-BE49-F238E27FC236}">
                <a16:creationId xmlns:a16="http://schemas.microsoft.com/office/drawing/2014/main" id="{0A94A0BB-65D4-460A-947F-D0BC651C251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ángulo 3" descr="elemento decorativo">
            <a:extLst>
              <a:ext uri="{FF2B5EF4-FFF2-40B4-BE49-F238E27FC236}">
                <a16:creationId xmlns:a16="http://schemas.microsoft.com/office/drawing/2014/main" id="{D7F6F6C7-60D9-41AC-8781-68FDD4F32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43300" y="745000"/>
            <a:ext cx="8168053" cy="5335255"/>
          </a:xfrm>
          <a:prstGeom prst="rect">
            <a:avLst/>
          </a:prstGeom>
          <a:solidFill>
            <a:schemeClr val="tx1">
              <a:alpha val="8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rtl="0"/>
            <a:endParaRPr lang="es-ES"/>
          </a:p>
        </p:txBody>
      </p:sp>
      <p:sp>
        <p:nvSpPr>
          <p:cNvPr id="5" name="Rectángulo 4" descr="elemento decorativo">
            <a:extLst>
              <a:ext uri="{FF2B5EF4-FFF2-40B4-BE49-F238E27FC236}">
                <a16:creationId xmlns:a16="http://schemas.microsoft.com/office/drawing/2014/main" id="{95898461-1DBF-4823-B0CE-25F935F9E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15244" y="745000"/>
            <a:ext cx="384668" cy="5344904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rtl="0"/>
            <a:endParaRPr lang="es-ES" sz="100"/>
          </a:p>
        </p:txBody>
      </p:sp>
      <p:sp>
        <p:nvSpPr>
          <p:cNvPr id="6" name="Rectángulo 5" descr="elemento decorativo">
            <a:extLst>
              <a:ext uri="{FF2B5EF4-FFF2-40B4-BE49-F238E27FC236}">
                <a16:creationId xmlns:a16="http://schemas.microsoft.com/office/drawing/2014/main" id="{AD0034B7-EAC9-429D-9600-C58561D80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745000"/>
            <a:ext cx="3430043" cy="533095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28" name="Título 27">
            <a:extLst>
              <a:ext uri="{FF2B5EF4-FFF2-40B4-BE49-F238E27FC236}">
                <a16:creationId xmlns:a16="http://schemas.microsoft.com/office/drawing/2014/main" id="{B8A93A84-6089-431C-96E2-45FCA3C17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280" y="1306016"/>
            <a:ext cx="2947482" cy="3681067"/>
          </a:xfrm>
        </p:spPr>
        <p:txBody>
          <a:bodyPr rtlCol="0"/>
          <a:lstStyle/>
          <a:p>
            <a:pPr rtl="0"/>
            <a:r>
              <a:rPr lang="es-ES" dirty="0"/>
              <a:t>¿Qué es la informática?</a:t>
            </a:r>
          </a:p>
        </p:txBody>
      </p:sp>
      <p:sp>
        <p:nvSpPr>
          <p:cNvPr id="29" name="Marcador de posición de contenido 28">
            <a:extLst>
              <a:ext uri="{FF2B5EF4-FFF2-40B4-BE49-F238E27FC236}">
                <a16:creationId xmlns:a16="http://schemas.microsoft.com/office/drawing/2014/main" id="{589616E0-5389-47D2-94BD-AC8874702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s-PY" b="1" dirty="0"/>
              <a:t>La informática es la ciencia que estudia el almacenamiento, procesamiento y transmisión automática de información en formato digital.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26978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black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Ruta de playa">
            <a:extLst>
              <a:ext uri="{FF2B5EF4-FFF2-40B4-BE49-F238E27FC236}">
                <a16:creationId xmlns:a16="http://schemas.microsoft.com/office/drawing/2014/main" id="{678185C0-DBCC-4DE6-A63E-AB724A380C0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ángulo 11" descr="elemento decorativo">
            <a:extLst>
              <a:ext uri="{FF2B5EF4-FFF2-40B4-BE49-F238E27FC236}">
                <a16:creationId xmlns:a16="http://schemas.microsoft.com/office/drawing/2014/main" id="{3B570B85-11CA-4C90-9E8B-150CB8FE5A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87810" y="2505009"/>
            <a:ext cx="10905975" cy="3563377"/>
          </a:xfrm>
          <a:prstGeom prst="rect">
            <a:avLst/>
          </a:prstGeom>
          <a:solidFill>
            <a:schemeClr val="tx1">
              <a:alpha val="8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9" name="Rectángulo 8" descr="elemento decorativo">
            <a:extLst>
              <a:ext uri="{FF2B5EF4-FFF2-40B4-BE49-F238E27FC236}">
                <a16:creationId xmlns:a16="http://schemas.microsoft.com/office/drawing/2014/main" id="{2A5672BB-0EC4-4BB1-85FA-3C94DFAEA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505009"/>
            <a:ext cx="1170462" cy="3563377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10" name="Rectángulo 9" descr="elemento decorativo">
            <a:extLst>
              <a:ext uri="{FF2B5EF4-FFF2-40B4-BE49-F238E27FC236}">
                <a16:creationId xmlns:a16="http://schemas.microsoft.com/office/drawing/2014/main" id="{7EF5689E-A2C8-44A6-AD5C-615D7DB0C7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758952"/>
            <a:ext cx="10905976" cy="1659371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11" name="Rectángulo 10" descr="elemento decorativo">
            <a:extLst>
              <a:ext uri="{FF2B5EF4-FFF2-40B4-BE49-F238E27FC236}">
                <a16:creationId xmlns:a16="http://schemas.microsoft.com/office/drawing/2014/main" id="{99C77D2E-3E79-4AAE-90F1-AFD7CBEBF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14533" y="748748"/>
            <a:ext cx="1170462" cy="1659371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54390DD-75CF-41BA-AA03-813FD55BF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Se compone de 3 pilares fundamentales</a:t>
            </a:r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C6C76433-70AC-461F-87D0-7DEF2F393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83974" y="2663254"/>
            <a:ext cx="9120216" cy="3304549"/>
          </a:xfrm>
        </p:spPr>
        <p:txBody>
          <a:bodyPr rtlCol="0" anchor="ctr" anchorCtr="0">
            <a:normAutofit/>
          </a:bodyPr>
          <a:lstStyle/>
          <a:p>
            <a:pPr lvl="0"/>
            <a:r>
              <a:rPr lang="es-PY" b="1" dirty="0"/>
              <a:t>Hardware: Los componentes físicos y tangibles, como ordenadores, servidores o teléfonos móviles.</a:t>
            </a:r>
            <a:endParaRPr lang="es-PY" dirty="0"/>
          </a:p>
          <a:p>
            <a:pPr lvl="0"/>
            <a:r>
              <a:rPr lang="es-PY" b="1" dirty="0"/>
              <a:t>Software: Son los sistemas operativos y programas que le indican al hardware qué hacer.</a:t>
            </a:r>
            <a:endParaRPr lang="es-PY" dirty="0"/>
          </a:p>
          <a:p>
            <a:pPr lvl="0"/>
            <a:r>
              <a:rPr lang="es-PY" b="1" dirty="0"/>
              <a:t>Redes: Los sistemas que permiten la conexión, comunicación y transmisión de datos entre dispositivos</a:t>
            </a:r>
            <a:endParaRPr lang="es-PY" dirty="0"/>
          </a:p>
        </p:txBody>
      </p:sp>
    </p:spTree>
    <p:extLst>
      <p:ext uri="{BB962C8B-B14F-4D97-AF65-F5344CB8AC3E}">
        <p14:creationId xmlns:p14="http://schemas.microsoft.com/office/powerpoint/2010/main" val="1255606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 descr="Fútbol americano">
            <a:extLst>
              <a:ext uri="{FF2B5EF4-FFF2-40B4-BE49-F238E27FC236}">
                <a16:creationId xmlns:a16="http://schemas.microsoft.com/office/drawing/2014/main" id="{34BB2F13-A1DB-4A58-A077-30CBBB004CA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ángulo 14" descr="elemento decorativo">
            <a:extLst>
              <a:ext uri="{FF2B5EF4-FFF2-40B4-BE49-F238E27FC236}">
                <a16:creationId xmlns:a16="http://schemas.microsoft.com/office/drawing/2014/main" id="{3167DE73-867A-4482-9B26-9ACB84A18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22615" y="761103"/>
            <a:ext cx="3469385" cy="533579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16" name="Rectángulo 15" descr="elemento decorativo">
            <a:extLst>
              <a:ext uri="{FF2B5EF4-FFF2-40B4-BE49-F238E27FC236}">
                <a16:creationId xmlns:a16="http://schemas.microsoft.com/office/drawing/2014/main" id="{69755E60-DD88-4108-B6A9-36F81B3B4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3233" y="761103"/>
            <a:ext cx="8065158" cy="5335793"/>
          </a:xfrm>
          <a:prstGeom prst="rect">
            <a:avLst/>
          </a:prstGeom>
          <a:solidFill>
            <a:schemeClr val="tx1">
              <a:alpha val="85098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17" name="Rectángulo 16" descr="elemento decorativo">
            <a:extLst>
              <a:ext uri="{FF2B5EF4-FFF2-40B4-BE49-F238E27FC236}">
                <a16:creationId xmlns:a16="http://schemas.microsoft.com/office/drawing/2014/main" id="{AFFA9DEA-6DA7-47B8-9126-900AA2C7F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753035"/>
            <a:ext cx="494852" cy="5335793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DB173B27-6D09-4FDA-9BC7-A8DBA15EC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s-PY" b="1" dirty="0"/>
              <a:t>La ofimática </a:t>
            </a:r>
            <a:r>
              <a:rPr lang="es-PY" dirty="0"/>
              <a:t>es el conjunto de técnicas, aplicaciones y herramientas informáticas que se utilizan en oficinas o entornos de trabajo para optimizar, automatizar y mejorar los procedimientos y tareas diarias. 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524F7F27-FFB4-4E44-9022-7FDE5C41E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1270" y="98581"/>
            <a:ext cx="2947482" cy="3376355"/>
          </a:xfrm>
        </p:spPr>
        <p:txBody>
          <a:bodyPr rtlCol="0"/>
          <a:lstStyle/>
          <a:p>
            <a:r>
              <a:rPr lang="es-PY" b="1" dirty="0"/>
              <a:t>Que es ofimática?</a:t>
            </a:r>
            <a:endParaRPr lang="es-PY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F5FCC5E-29BB-D739-8E26-CF1DC068C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1269" y="3125802"/>
            <a:ext cx="2800003" cy="285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002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 descr="Dibujar">
            <a:extLst>
              <a:ext uri="{FF2B5EF4-FFF2-40B4-BE49-F238E27FC236}">
                <a16:creationId xmlns:a16="http://schemas.microsoft.com/office/drawing/2014/main" id="{7547BCE0-C8B2-437B-B9CE-55425ED9D08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ángulo 7" descr="elemento decorativo">
            <a:extLst>
              <a:ext uri="{FF2B5EF4-FFF2-40B4-BE49-F238E27FC236}">
                <a16:creationId xmlns:a16="http://schemas.microsoft.com/office/drawing/2014/main" id="{60676357-176C-4DE1-876E-8D973595CA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31755" y="745000"/>
            <a:ext cx="8162014" cy="5335255"/>
          </a:xfrm>
          <a:prstGeom prst="rect">
            <a:avLst/>
          </a:prstGeom>
          <a:solidFill>
            <a:schemeClr val="tx1">
              <a:alpha val="8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rtl="0"/>
            <a:endParaRPr lang="es-ES"/>
          </a:p>
        </p:txBody>
      </p:sp>
      <p:sp>
        <p:nvSpPr>
          <p:cNvPr id="9" name="Rectángulo 8" descr="elemento decorativo">
            <a:extLst>
              <a:ext uri="{FF2B5EF4-FFF2-40B4-BE49-F238E27FC236}">
                <a16:creationId xmlns:a16="http://schemas.microsoft.com/office/drawing/2014/main" id="{1C7DA1A2-9BDF-4155-8D43-85CEACD190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77896" y="745000"/>
            <a:ext cx="432000" cy="5344904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rtl="0"/>
            <a:endParaRPr lang="es-ES" sz="100"/>
          </a:p>
        </p:txBody>
      </p:sp>
      <p:sp>
        <p:nvSpPr>
          <p:cNvPr id="10" name="Rectángulo 9" descr="elemento decorativo">
            <a:extLst>
              <a:ext uri="{FF2B5EF4-FFF2-40B4-BE49-F238E27FC236}">
                <a16:creationId xmlns:a16="http://schemas.microsoft.com/office/drawing/2014/main" id="{3E48CA27-0046-4900-9619-D4E7432ED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091421"/>
            <a:ext cx="3430043" cy="5330952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155E1DD-C687-4417-B564-2A87A52A6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62" y="3481577"/>
            <a:ext cx="3025918" cy="3681067"/>
          </a:xfrm>
        </p:spPr>
        <p:txBody>
          <a:bodyPr rtlCol="0"/>
          <a:lstStyle/>
          <a:p>
            <a:r>
              <a:rPr lang="es-PY" b="1" dirty="0"/>
              <a:t>Herramientas principales</a:t>
            </a:r>
            <a:endParaRPr lang="es-PY" dirty="0"/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5AB4169B-E0AC-417E-989B-E40DC3491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/>
            <a:r>
              <a:rPr lang="es-PY" dirty="0"/>
              <a:t>Procesadores de texto: Sirven para redactar, editar y dar formato a documentos (ej. Microsoft 365 o Google Docs).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E2BFDCFD-5305-49AD-9B74-B0527285050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 rtlCol="0"/>
          <a:lstStyle/>
          <a:p>
            <a:pPr lvl="0"/>
            <a:r>
              <a:rPr lang="es-PY" dirty="0"/>
              <a:t>Hojas de cálculo: Permiten manipular datos numéricos, realizar operaciones matemáticas complejas (a + b = c) y crear gráficos (ej. Microsoft Excel o Google </a:t>
            </a:r>
            <a:r>
              <a:rPr lang="es-PY" dirty="0" err="1"/>
              <a:t>Sheets</a:t>
            </a:r>
            <a:r>
              <a:rPr lang="es-PY" dirty="0"/>
              <a:t>).</a:t>
            </a:r>
          </a:p>
        </p:txBody>
      </p:sp>
      <p:sp>
        <p:nvSpPr>
          <p:cNvPr id="5" name="Marcador de posición de contenido 4">
            <a:extLst>
              <a:ext uri="{FF2B5EF4-FFF2-40B4-BE49-F238E27FC236}">
                <a16:creationId xmlns:a16="http://schemas.microsoft.com/office/drawing/2014/main" id="{F8EA78F7-ACF3-4BAB-A5B0-F44C891EBBD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rtlCol="0"/>
          <a:lstStyle/>
          <a:p>
            <a:pPr lvl="0"/>
            <a:r>
              <a:rPr lang="es-PY" dirty="0"/>
              <a:t>Presentaciones: Diseñadas para exponer información visualmente mediante diapositivas (ej. Microsoft PowerPoint o Google </a:t>
            </a:r>
            <a:r>
              <a:rPr lang="es-PY" dirty="0" err="1"/>
              <a:t>Slides</a:t>
            </a:r>
            <a:r>
              <a:rPr lang="es-PY" dirty="0"/>
              <a:t>).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993DA7F2-5DC8-49E2-91FE-020490003E77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 rtlCol="0"/>
          <a:lstStyle/>
          <a:p>
            <a:pPr lvl="0"/>
            <a:r>
              <a:rPr lang="es-PY" dirty="0"/>
              <a:t>Gestión de bases de datos: Para almacenar y organizar grandes volúmenes de información (ej. Microsoft Access). 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7D2E74B-5811-405F-B564-BCDC907B9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294" y="1299283"/>
            <a:ext cx="2883453" cy="2830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385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blackGray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Lo mejor de la escuela">
            <a:extLst>
              <a:ext uri="{FF2B5EF4-FFF2-40B4-BE49-F238E27FC236}">
                <a16:creationId xmlns:a16="http://schemas.microsoft.com/office/drawing/2014/main" id="{6FADA6D5-81A3-49F8-A1CC-7E21524A9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ángulo 6" descr="elemento decorativo">
            <a:extLst>
              <a:ext uri="{FF2B5EF4-FFF2-40B4-BE49-F238E27FC236}">
                <a16:creationId xmlns:a16="http://schemas.microsoft.com/office/drawing/2014/main" id="{236B8967-28A5-4319-9F45-A38F127B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526525"/>
            <a:ext cx="1170462" cy="3563377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8" name="Rectángulo 7" descr="elemento decorativo">
            <a:extLst>
              <a:ext uri="{FF2B5EF4-FFF2-40B4-BE49-F238E27FC236}">
                <a16:creationId xmlns:a16="http://schemas.microsoft.com/office/drawing/2014/main" id="{7B73DA8D-B695-4EAF-90BA-F594F0523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758952"/>
            <a:ext cx="10905976" cy="1659371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9" name="Rectángulo 8" descr="elemento decorativo">
            <a:extLst>
              <a:ext uri="{FF2B5EF4-FFF2-40B4-BE49-F238E27FC236}">
                <a16:creationId xmlns:a16="http://schemas.microsoft.com/office/drawing/2014/main" id="{ABDD00D4-CC73-44C6-A7EF-AF738460C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14533" y="759506"/>
            <a:ext cx="1170462" cy="1659371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10" name="Rectángulo 9" descr="elemento decorativo">
            <a:extLst>
              <a:ext uri="{FF2B5EF4-FFF2-40B4-BE49-F238E27FC236}">
                <a16:creationId xmlns:a16="http://schemas.microsoft.com/office/drawing/2014/main" id="{0C6C4027-4F93-4CBA-AC44-97487184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87810" y="2526525"/>
            <a:ext cx="10905975" cy="3563377"/>
          </a:xfrm>
          <a:prstGeom prst="rect">
            <a:avLst/>
          </a:prstGeom>
          <a:solidFill>
            <a:schemeClr val="tx1">
              <a:alpha val="8470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A95D57-AB2C-4C3E-9C97-387515856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WORD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9EE4824A-EE70-4F98-842D-0849F56F35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r>
              <a:rPr lang="es-PY" dirty="0"/>
              <a:t>Word es un procesador de textos desarrollado por Microsoft, ampliamente utilizado en todo el mundo para la creación, edición y formato de documentos. </a:t>
            </a:r>
          </a:p>
          <a:p>
            <a:r>
              <a:rPr lang="es-PY" dirty="0"/>
              <a:t>Este software permite a los usuarios redactar y diseñar desde simples cartas y currículums hasta complejos informes y publicaciones académicas.</a:t>
            </a:r>
          </a:p>
        </p:txBody>
      </p:sp>
      <p:pic>
        <p:nvPicPr>
          <p:cNvPr id="4" name="Gráfico 3" descr="Libros en estantería">
            <a:extLst>
              <a:ext uri="{FF2B5EF4-FFF2-40B4-BE49-F238E27FC236}">
                <a16:creationId xmlns:a16="http://schemas.microsoft.com/office/drawing/2014/main" id="{F655BBAC-A544-466B-8D3E-6CDDA9699B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black">
          <a:xfrm>
            <a:off x="128413" y="1127318"/>
            <a:ext cx="914400" cy="9144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40BA4D3-0BF5-2B84-D700-9DE486B721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8823" y="937219"/>
            <a:ext cx="1688444" cy="132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395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black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 descr="Graduación">
            <a:extLst>
              <a:ext uri="{FF2B5EF4-FFF2-40B4-BE49-F238E27FC236}">
                <a16:creationId xmlns:a16="http://schemas.microsoft.com/office/drawing/2014/main" id="{858504C3-A3CB-44FD-8920-1C9ECE4D214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ángulo 11" descr="elemento decorativo">
            <a:extLst>
              <a:ext uri="{FF2B5EF4-FFF2-40B4-BE49-F238E27FC236}">
                <a16:creationId xmlns:a16="http://schemas.microsoft.com/office/drawing/2014/main" id="{A59A40CD-5408-433E-BDDB-04473D25E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91" y="2678925"/>
            <a:ext cx="3068514" cy="35633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13" name="Rectángulo 12" descr="elemento decorativo">
            <a:extLst>
              <a:ext uri="{FF2B5EF4-FFF2-40B4-BE49-F238E27FC236}">
                <a16:creationId xmlns:a16="http://schemas.microsoft.com/office/drawing/2014/main" id="{595A3B18-E778-4780-AC96-F48E7BD591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95722" y="2570723"/>
            <a:ext cx="8486324" cy="3563377"/>
          </a:xfrm>
          <a:prstGeom prst="rect">
            <a:avLst/>
          </a:prstGeom>
          <a:solidFill>
            <a:schemeClr val="tx1">
              <a:alpha val="8470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14" name="Rectángulo 13" descr="elemento decorativo">
            <a:extLst>
              <a:ext uri="{FF2B5EF4-FFF2-40B4-BE49-F238E27FC236}">
                <a16:creationId xmlns:a16="http://schemas.microsoft.com/office/drawing/2014/main" id="{EACD7D33-424E-4924-8CCA-0ECB2EE6B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92" y="911352"/>
            <a:ext cx="3068515" cy="1659371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15" name="Rectángulo 14" descr="elemento decorativo">
            <a:extLst>
              <a:ext uri="{FF2B5EF4-FFF2-40B4-BE49-F238E27FC236}">
                <a16:creationId xmlns:a16="http://schemas.microsoft.com/office/drawing/2014/main" id="{E9C450B1-121D-41BA-98B6-8637A61BF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17658" y="2678924"/>
            <a:ext cx="376134" cy="3567951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6" name="Rectángulo 5" descr="elemento decorativo">
            <a:extLst>
              <a:ext uri="{FF2B5EF4-FFF2-40B4-BE49-F238E27FC236}">
                <a16:creationId xmlns:a16="http://schemas.microsoft.com/office/drawing/2014/main" id="{54A235A8-F59E-4C87-98E4-4FF7C9E63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526525"/>
            <a:ext cx="3068514" cy="356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7" name="Rectángulo 6" descr="elemento decorativo">
            <a:extLst>
              <a:ext uri="{FF2B5EF4-FFF2-40B4-BE49-F238E27FC236}">
                <a16:creationId xmlns:a16="http://schemas.microsoft.com/office/drawing/2014/main" id="{C234BEC7-9784-4A7A-9FDC-84E997A72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1" y="2526525"/>
            <a:ext cx="8481645" cy="356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8" name="Rectángulo 7" descr="elemento decorativo">
            <a:extLst>
              <a:ext uri="{FF2B5EF4-FFF2-40B4-BE49-F238E27FC236}">
                <a16:creationId xmlns:a16="http://schemas.microsoft.com/office/drawing/2014/main" id="{67F47B23-84AC-4823-93B7-FBB709CFC3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758952"/>
            <a:ext cx="3068515" cy="1659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9" name="Rectángulo 8" descr="elemento decorativo">
            <a:extLst>
              <a:ext uri="{FF2B5EF4-FFF2-40B4-BE49-F238E27FC236}">
                <a16:creationId xmlns:a16="http://schemas.microsoft.com/office/drawing/2014/main" id="{6696F7DF-DBDB-4920-8AE2-C0C311726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15866" y="2526524"/>
            <a:ext cx="376134" cy="35679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BAC3A72-406E-467C-AD75-3552E95BC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EXCEL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27D37CD8-FB64-46C6-BA92-4854E7C63B8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578466" y="2637692"/>
            <a:ext cx="7606002" cy="3347056"/>
          </a:xfrm>
        </p:spPr>
        <p:txBody>
          <a:bodyPr rtlCol="0"/>
          <a:lstStyle/>
          <a:p>
            <a:r>
              <a:rPr lang="es-ES" b="1" dirty="0"/>
              <a:t>Microsoft Excel</a:t>
            </a:r>
            <a:r>
              <a:rPr lang="es-ES" dirty="0"/>
              <a:t> es una hoja de cálculo que permite organizar información, realizar cálculos mediante fórmulas y funciones, analizar datos y crear gráficos para facilitar la toma de decisiones.</a:t>
            </a:r>
            <a:endParaRPr lang="es-ES" dirty="0">
              <a:solidFill>
                <a:schemeClr val="bg2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Gráfico 3" descr="Maleta">
            <a:extLst>
              <a:ext uri="{FF2B5EF4-FFF2-40B4-BE49-F238E27FC236}">
                <a16:creationId xmlns:a16="http://schemas.microsoft.com/office/drawing/2014/main" id="{BAA3CD59-C1DD-43C2-A11F-60A087AE11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black">
          <a:xfrm>
            <a:off x="1690391" y="1208821"/>
            <a:ext cx="828000" cy="828000"/>
          </a:xfrm>
          <a:prstGeom prst="rect">
            <a:avLst/>
          </a:prstGeom>
        </p:spPr>
      </p:pic>
      <p:pic>
        <p:nvPicPr>
          <p:cNvPr id="5" name="Gráfico 4" descr="Diploma">
            <a:extLst>
              <a:ext uri="{FF2B5EF4-FFF2-40B4-BE49-F238E27FC236}">
                <a16:creationId xmlns:a16="http://schemas.microsoft.com/office/drawing/2014/main" id="{55A32494-ACB2-4866-8A3C-A8A216FFDB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black">
          <a:xfrm>
            <a:off x="515813" y="1254525"/>
            <a:ext cx="828000" cy="828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845C506-C291-C5C9-0843-787AC7E7EC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338" y="4702301"/>
            <a:ext cx="1552575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895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FEF21E4-379A-D6AB-AF5D-3C09BAB0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864110"/>
            <a:ext cx="2947482" cy="1822530"/>
          </a:xfrm>
        </p:spPr>
        <p:txBody>
          <a:bodyPr/>
          <a:lstStyle/>
          <a:p>
            <a:r>
              <a:rPr lang="en-US" dirty="0" err="1"/>
              <a:t>Cómo</a:t>
            </a:r>
            <a:r>
              <a:rPr lang="en-US" dirty="0"/>
              <a:t> se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celda</a:t>
            </a:r>
            <a:endParaRPr lang="en-US" dirty="0"/>
          </a:p>
        </p:txBody>
      </p:sp>
      <p:pic>
        <p:nvPicPr>
          <p:cNvPr id="4" name="Imagen 3" descr="Celúla">
            <a:extLst>
              <a:ext uri="{FF2B5EF4-FFF2-40B4-BE49-F238E27FC236}">
                <a16:creationId xmlns:a16="http://schemas.microsoft.com/office/drawing/2014/main" id="{2F3942E2-7600-04CD-371E-D2053E540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82746" y="864111"/>
            <a:ext cx="6059163" cy="50667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3298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Amor por los libros">
            <a:extLst>
              <a:ext uri="{FF2B5EF4-FFF2-40B4-BE49-F238E27FC236}">
                <a16:creationId xmlns:a16="http://schemas.microsoft.com/office/drawing/2014/main" id="{FBB46495-013C-46DC-81C8-17EAD10C4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ángulo 5" descr="elemento decorativo">
            <a:extLst>
              <a:ext uri="{FF2B5EF4-FFF2-40B4-BE49-F238E27FC236}">
                <a16:creationId xmlns:a16="http://schemas.microsoft.com/office/drawing/2014/main" id="{0C4755A4-C6F3-4F77-8594-E673AE662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1585" y="2839386"/>
            <a:ext cx="8481645" cy="3563377"/>
          </a:xfrm>
          <a:prstGeom prst="rect">
            <a:avLst/>
          </a:prstGeom>
          <a:solidFill>
            <a:schemeClr val="tx1">
              <a:alpha val="8470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7" name="Rectángulo 6" descr="elemento decorativo">
            <a:extLst>
              <a:ext uri="{FF2B5EF4-FFF2-40B4-BE49-F238E27FC236}">
                <a16:creationId xmlns:a16="http://schemas.microsoft.com/office/drawing/2014/main" id="{4CA9F0E1-FD08-4049-8F4B-43926E8ED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770" y="0"/>
            <a:ext cx="3068514" cy="35633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8" name="Rectángulo 7" descr="elemento decorativo">
            <a:extLst>
              <a:ext uri="{FF2B5EF4-FFF2-40B4-BE49-F238E27FC236}">
                <a16:creationId xmlns:a16="http://schemas.microsoft.com/office/drawing/2014/main" id="{D01CDF87-5947-46B9-A981-52B94561B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18063" y="765851"/>
            <a:ext cx="3068515" cy="1659371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ángulo 8" descr="elemento decorativo">
            <a:extLst>
              <a:ext uri="{FF2B5EF4-FFF2-40B4-BE49-F238E27FC236}">
                <a16:creationId xmlns:a16="http://schemas.microsoft.com/office/drawing/2014/main" id="{3C089318-7463-4911-97A4-30D30D408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236" y="2522305"/>
            <a:ext cx="376134" cy="3567951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834FBDA-66C1-443E-A935-5C3C6B1F0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12" y="107279"/>
            <a:ext cx="2587991" cy="1903296"/>
          </a:xfrm>
        </p:spPr>
        <p:txBody>
          <a:bodyPr rtlCol="0"/>
          <a:lstStyle/>
          <a:p>
            <a:pPr rtl="0"/>
            <a:r>
              <a:rPr lang="es-ES" dirty="0"/>
              <a:t>Power POINT 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DDC9C604-71A9-4A75-AB45-E44E02F0D9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2660" y="3309845"/>
            <a:ext cx="8091488" cy="3346450"/>
          </a:xfrm>
        </p:spPr>
        <p:txBody>
          <a:bodyPr rtlCol="0"/>
          <a:lstStyle/>
          <a:p>
            <a:r>
              <a:rPr lang="es-PY" dirty="0"/>
              <a:t>Es un programa de software que permite crear presentaciones visuales a través de diapositivas. </a:t>
            </a:r>
          </a:p>
          <a:p>
            <a:r>
              <a:rPr lang="es-PY" dirty="0"/>
              <a:t>Combina texto, imágenes, videos y animaciones para exponer ideas de forma dinámica, siendo ampliamente utilizado en entornos educativos, corporativos y profesionales. </a:t>
            </a:r>
          </a:p>
        </p:txBody>
      </p:sp>
      <p:pic>
        <p:nvPicPr>
          <p:cNvPr id="10" name="Gráfico 9" descr="Claqueta">
            <a:extLst>
              <a:ext uri="{FF2B5EF4-FFF2-40B4-BE49-F238E27FC236}">
                <a16:creationId xmlns:a16="http://schemas.microsoft.com/office/drawing/2014/main" id="{C61FD2B4-2DF6-4919-ADA5-D8512EA9AF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black">
          <a:xfrm>
            <a:off x="10868148" y="1144985"/>
            <a:ext cx="756000" cy="756000"/>
          </a:xfrm>
          <a:prstGeom prst="rect">
            <a:avLst/>
          </a:prstGeom>
        </p:spPr>
      </p:pic>
      <p:pic>
        <p:nvPicPr>
          <p:cNvPr id="11" name="Gráfico 10" descr="Libro abierto">
            <a:extLst>
              <a:ext uri="{FF2B5EF4-FFF2-40B4-BE49-F238E27FC236}">
                <a16:creationId xmlns:a16="http://schemas.microsoft.com/office/drawing/2014/main" id="{9B48478B-C282-4F92-A5C1-94533F4C6C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black">
          <a:xfrm>
            <a:off x="9716350" y="1188945"/>
            <a:ext cx="756000" cy="756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48ECABD-612D-1BF2-887D-A7E7174EDD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3027" y="2055323"/>
            <a:ext cx="1420085" cy="146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883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es-ES" dirty="0"/>
              <a:t>Que son las paginas web y las aplicaciones web</a:t>
            </a:r>
          </a:p>
        </p:txBody>
      </p:sp>
      <p:sp>
        <p:nvSpPr>
          <p:cNvPr id="8" name="Cuadro de texto 7">
            <a:hlinkClick r:id="rId3"/>
            <a:extLst>
              <a:ext uri="{FF2B5EF4-FFF2-40B4-BE49-F238E27FC236}">
                <a16:creationId xmlns:a16="http://schemas.microsoft.com/office/drawing/2014/main" id="{5FC6C278-4035-446A-A94B-030E792FDDF5}"/>
              </a:ext>
            </a:extLst>
          </p:cNvPr>
          <p:cNvSpPr txBox="1"/>
          <p:nvPr/>
        </p:nvSpPr>
        <p:spPr>
          <a:xfrm>
            <a:off x="1532208" y="2727092"/>
            <a:ext cx="8488485" cy="29783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s-ES" sz="2400" dirty="0">
                <a:solidFill>
                  <a:schemeClr val="accent3"/>
                </a:solidFill>
              </a:rPr>
              <a:t>Una </a:t>
            </a:r>
            <a:r>
              <a:rPr lang="es-ES" sz="2400" b="1" dirty="0">
                <a:solidFill>
                  <a:schemeClr val="accent3"/>
                </a:solidFill>
              </a:rPr>
              <a:t>página web</a:t>
            </a:r>
            <a:r>
              <a:rPr lang="es-ES" sz="2400" dirty="0">
                <a:solidFill>
                  <a:schemeClr val="accent3"/>
                </a:solidFill>
              </a:rPr>
              <a:t> es como un documento o un folleto digital. Es estática y su objetivo principal es que leas información. </a:t>
            </a:r>
          </a:p>
          <a:p>
            <a:r>
              <a:rPr lang="es-ES" sz="2400" dirty="0">
                <a:solidFill>
                  <a:schemeClr val="accent3"/>
                </a:solidFill>
              </a:rPr>
              <a:t>Por otro lado, una </a:t>
            </a:r>
            <a:r>
              <a:rPr lang="es-ES" sz="2400" b="1" dirty="0">
                <a:solidFill>
                  <a:schemeClr val="accent3"/>
                </a:solidFill>
              </a:rPr>
              <a:t>aplicación web</a:t>
            </a:r>
            <a:r>
              <a:rPr lang="es-ES" sz="2400" dirty="0">
                <a:solidFill>
                  <a:schemeClr val="accent3"/>
                </a:solidFill>
              </a:rPr>
              <a:t> es un programa interactivo. Su objetivo es que resuelvas tareas o interactúes</a:t>
            </a:r>
            <a:endParaRPr lang="es-ES" sz="6000" u="sng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4598200"/>
      </p:ext>
    </p:extLst>
  </p:cSld>
  <p:clrMapOvr>
    <a:masterClrMapping/>
  </p:clrMapOvr>
</p:sld>
</file>

<file path=ppt/theme/theme1.xml><?xml version="1.0" encoding="utf-8"?>
<a:theme xmlns:a="http://schemas.openxmlformats.org/drawingml/2006/main" name="Marco">
  <a:themeElements>
    <a:clrScheme name="Custom 18">
      <a:dk1>
        <a:srgbClr val="FFFFFF"/>
      </a:dk1>
      <a:lt1>
        <a:sysClr val="window" lastClr="FFFFFF"/>
      </a:lt1>
      <a:dk2>
        <a:srgbClr val="454545"/>
      </a:dk2>
      <a:lt2>
        <a:srgbClr val="595959"/>
      </a:lt2>
      <a:accent1>
        <a:srgbClr val="586EA6"/>
      </a:accent1>
      <a:accent2>
        <a:srgbClr val="B71E42"/>
      </a:accent2>
      <a:accent3>
        <a:srgbClr val="002060"/>
      </a:accent3>
      <a:accent4>
        <a:srgbClr val="586EA6"/>
      </a:accent4>
      <a:accent5>
        <a:srgbClr val="586EA6"/>
      </a:accent5>
      <a:accent6>
        <a:srgbClr val="6892A0"/>
      </a:accent6>
      <a:hlink>
        <a:srgbClr val="B71E42"/>
      </a:hlink>
      <a:folHlink>
        <a:srgbClr val="586EA6"/>
      </a:folHlink>
    </a:clrScheme>
    <a:fontScheme name="Defaul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30104651_TF00915908" id="{CE09BA71-CE14-4C70-AEEB-B7A775FC011C}" vid="{063D75F2-BA6E-4CAA-868E-94A300368A0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0A2498-0E80-4BD8-B955-2DA7BEA40D5A}">
  <ds:schemaRefs>
    <ds:schemaRef ds:uri="6dc4bcd6-49db-4c07-9060-8acfc67cef9f"/>
    <ds:schemaRef ds:uri="http://purl.org/dc/dcmitype/"/>
    <ds:schemaRef ds:uri="http://schemas.microsoft.com/office/infopath/2007/PartnerControls"/>
    <ds:schemaRef ds:uri="fb0879af-3eba-417a-a55a-ffe6dcd6ca77"/>
    <ds:schemaRef ds:uri="http://schemas.microsoft.com/office/2006/metadata/properties"/>
    <ds:schemaRef ds:uri="http://schemas.microsoft.com/sharepoint/v3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C165FA1-54F4-4811-8922-8A0B396116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B96E4C0-B315-4C7B-B90A-75B6C747CB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Conocer a los compañeros de clase</Template>
  <TotalTime>238</TotalTime>
  <Words>447</Words>
  <Application>Microsoft Office PowerPoint</Application>
  <PresentationFormat>Panorámica</PresentationFormat>
  <Paragraphs>42</Paragraphs>
  <Slides>11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Tahoma</vt:lpstr>
      <vt:lpstr>Wingdings 2</vt:lpstr>
      <vt:lpstr>Marco</vt:lpstr>
      <vt:lpstr>Clase de informática aplicada</vt:lpstr>
      <vt:lpstr> Aprender a hacer mantenimiento preventivo.  Introducción a la programación web.   Introducción  Ofimática.   Utilización de aplicaciones web en entornos académicos y laborales. </vt:lpstr>
      <vt:lpstr>¿Qué es la informática?</vt:lpstr>
      <vt:lpstr>Se compone de 3 pilares fundamentales</vt:lpstr>
      <vt:lpstr>Que es ofimática?</vt:lpstr>
      <vt:lpstr>Herramientas principales</vt:lpstr>
      <vt:lpstr>WORD</vt:lpstr>
      <vt:lpstr>EXCEL</vt:lpstr>
      <vt:lpstr>Cómo se ve una celda</vt:lpstr>
      <vt:lpstr>Power POINT </vt:lpstr>
      <vt:lpstr>Que son las paginas web y las aplicaciones web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Raul Rodriguez</dc:creator>
  <cp:lastModifiedBy>Raul Rodriguez</cp:lastModifiedBy>
  <cp:revision>15</cp:revision>
  <dcterms:created xsi:type="dcterms:W3CDTF">2026-07-02T19:13:00Z</dcterms:created>
  <dcterms:modified xsi:type="dcterms:W3CDTF">2026-07-06T22:24:17Z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